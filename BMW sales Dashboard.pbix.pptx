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2FCF63-1A6F-47FA-AA0B-A018987E3335}" v="8" dt="2026-03-20T07:53:49.1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sh Jain" userId="d78ef853396100c1" providerId="LiveId" clId="{267169F0-E0F8-42EE-AEBE-A6374767ECE8}"/>
    <pc:docChg chg="modSld">
      <pc:chgData name="Vansh Jain" userId="d78ef853396100c1" providerId="LiveId" clId="{267169F0-E0F8-42EE-AEBE-A6374767ECE8}" dt="2026-03-20T07:47:09.292" v="2" actId="1076"/>
      <pc:docMkLst>
        <pc:docMk/>
      </pc:docMkLst>
      <pc:sldChg chg="modSp mod">
        <pc:chgData name="Vansh Jain" userId="d78ef853396100c1" providerId="LiveId" clId="{267169F0-E0F8-42EE-AEBE-A6374767ECE8}" dt="2026-03-20T07:47:09.292" v="2" actId="1076"/>
        <pc:sldMkLst>
          <pc:docMk/>
          <pc:sldMk cId="3211859542" sldId="256"/>
        </pc:sldMkLst>
        <pc:graphicFrameChg chg="mod">
          <ac:chgData name="Vansh Jain" userId="d78ef853396100c1" providerId="LiveId" clId="{267169F0-E0F8-42EE-AEBE-A6374767ECE8}" dt="2026-03-20T07:47:09.292" v="2" actId="1076"/>
          <ac:graphicFrameMkLst>
            <pc:docMk/>
            <pc:sldMk cId="3211859542" sldId="256"/>
            <ac:graphicFrameMk id="2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3082540"/>
                  </p:ext>
                </p:extLst>
              </p:nvPr>
            </p:nvGraphicFramePr>
            <p:xfrm>
              <a:off x="125789" y="1093241"/>
              <a:ext cx="11683773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>
                <a:clrChange>
                  <a:clrFrom>
                    <a:prstClr val="black"/>
                  </a:clrFrom>
                  <a:clrTo>
                    <a:prstClr val="black">
                      <a:alpha val="0"/>
                    </a:prstClr>
                  </a:clrTo>
                </a:clrChange>
              </a:blip>
              <a:stretch>
                <a:fillRect/>
              </a:stretch>
            </p:blipFill>
            <p:spPr>
              <a:xfrm>
                <a:off x="125789" y="1093241"/>
                <a:ext cx="11683773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Home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5678424" y="3392424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Add-ins</a:t>
            </a:r>
            <a:endParaRPr lang="en-IE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490472" y="2633472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bfca7fd3-25db-483e-b50d-50688a726c71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VaW2/bNhT+K4Ze8mIMokSJYt4atxmKtV1aFy26Ig+8HNpqZMmT6CxekP8+kpIcXxMndRynezAgk9Thd75zJe1rT6bVOGPTD2wE3rF3UhQXI1ZedJDX9fJ6jFI/iEksRRhTYFHAuQIzW4x1WuSVd3ztaVYOQH9JqwnLrCAz+N2LECc+Z0GcUIlURBD3Y++867EsO2MDu0axrIKuN4ayKnKWpf9CLcJM6XICN10PrsZZUTK7UV8zDXazS7PcfDfA0G/IwmRCp5fQB6HrYSJ4AD6KIx5QzOIoiYQwy6p6gQO8dokZV2mmjXj7yKdvrsalUeS65UECxZyJJAmk4EjxmDJp5Orp2M72DLxBUaaCZZ4DXkJV47z2ekU2GbmnNwvj/WJSCvgEyk3lOtVTu086el9IyLwbw8BZWRh+3Pjt4LD4p1eC2VB6x9HNuRm5dMT1ilyzNG81oIGIaeAHOFKBDLGKwmizko0ar+QlywXIFR3eA6smJWyrxKss6zSvVMuKfIJLyCewoop/030OHGff7kSyO8MaCZBLKJdxfAW4kGy6BoU1bZXmg6yJDOf/7ulzDS4z1jaRIS5A1lh6xYgXvSErtQ1R/sM4vbW0kVOUZuuTqTP267RswyXoLmF/EkPfnLdxaqZ/zEViw24Na9d0WvrG+9yv631zgp+EQys9eCLxLgYcXaw02a7NDwtsgUsVD2XtDMq0kJ1+lopV6lYnU8PwlXH9rmfIHuihd4wMLjsjMaGSEEoDCBPOpcm/d+TsnQfvA/V4YByzJt3VEppF8wHsjcDUWPswAJPgrQij5biGkEJ1y8Ti05e2Wpo4Py2LkXutKfZjs8MG/bpeDcy3Xvd1CNbZXMDkMtUNT2+XuKu2j6n6i4NwF5Od0xQyWdW+/4VlE9dZmE3epbrm4LoeNi8eHR21AXp09L2JyfMj+671H/uxUirI2sy3wl+ljaPovrNT362zo63br9nTNTA2uzn5XZMhxBDkqSP/dd1XvdUwqolJpdtDmB3fytr/Riba0qr1xvbbHyYGXAS8A6Wf0lFv6e16n9LBUG9QczO1dWAudJCzbOgYSQiKZUgRoYyS0PeVUOGB9yD3xqpgpTyw4mqn1vbb+8uPD+ta993qfdTTTlVk8sXkZjmfm2fc7isty01W3CIPn7z/2vkL7zfxPkP4zXmUVe8gUv/9MXhnmr+13Jq8Xk82aZ0pm2BiAEoVAYWwjLFT8c44clY5mWhtdFjIn1ZkTFTIkKRAqJ8gSDiW+JAqxdpT4gurFU6HpjAL5MsIRZyEBItIgQrUvRbUcKV5cbXOeCyRhDOCkCA0ZgEG+nhpiYwpUixkImKm1xc4JsFBuEKdm0B26jZqNw5hhVBQghBkeqSEYV8QjBL2E9bAHJEoCikHGSMcYbRFKH0uxh+MqO2qUzXhf0/AnAuXfbbfTpjnj+3Dz9S57mwlm1+5YKWFqtjWj53VvG4LQNlu2bN7/LnTCJ4hYMsIXl0OOmemNLY3KMZG3jF2Nq41Dub4OdyO4TPjGWx+deZMTT3/lfvQmUU7p0U5YtqCOBhMT9wc/2od4GJ0uiMY9gM/iQMcEiRFKEPM/MencZr40lXVAHGJBJKRgIMog3ccpp7nVNe55wp/I5bdXAB/A/aoSz+RTSpjydnV/YHc2i+dbPZ1bd+wWF/2YiFVYNqhyKc+VopELEheju/v9FZFDFmer9az3tzwA/1OFvlE/0+8bRsCa5cDX8VIUW5ydhSGyLcnkEN3uZdy/lwwsiNbJTJUMgoRIlLGCnO+zx9zrFcUk1yX02Wkpxkb7DG214PozQ0fQn19diCH8o+BssbRqcasvLC/vT87olkL9HvJZAq57vQPBtt2h517c5i2x8c3axpklCg/lNhkbYb9hGIcJujx7TZHklFQOGG+/cMMFxFN7pWWjtgAVmXJJJJCchqTkMQxC7mCRyNzAhdG/gOFCFEBtSUAAA==&quot;"/>
    <we:property name="creatorSessionId" value="&quot;b5afcedb-5b1e-4acb-9bd5-282eb954b0b5&quot;"/>
    <we:property name="creatorTenantId" value="&quot;edc5c3bf-4ab5-4697-84fa-41b44eb08b5e&quot;"/>
    <we:property name="creatorUserId" value="&quot;10032005B261AA80&quot;"/>
    <we:property name="datasetId" value="&quot;97eacb71-e3a2-426e-9e19-73d339a65d3e&quot;"/>
    <we:property name="embedUrl" value="&quot;/reportEmbed?reportId=f357df73-4f5e-4189-85b7-2416bd403b79&amp;config=eyJjbHVzdGVyVXJsIjoiaHR0cHM6Ly9XQUJJLUlORElBLVdFU1QtcmVkaXJlY3QuYW5hbHlzaXMud2luZG93cy5uZXQiLCJlbWJlZEZlYXR1cmVzIjp7InVzYWdlTWV0cmljc1ZOZXh0Ijp0cnVlfX0%3D&amp;disableSensitivityBanner=true&amp;storytellingChangeViewModeShortcutKeys=true&quot;"/>
    <we:property name="initialStateBookmark" value="&quot;H4sIAAAAAAAAA+1aW2/bNhT+K4Ze8mIMokTd8pa6yVC0abO4aFEUwcDLoaNGljyJyuIF+e87pCTH1zjJcnG3PQSQSOrwO9+5ks61I9NqkrHpRzYGZ995UxQXY1Ze9IjTd/J27NOn98cHp+9//3hwfIjDxUSnRV45+9eOZuUI9Je0qllmJODg97O+w7LshI3Mm2JZBX1nAmVV5CxL/4JmMU7psoabvgNXk6womRE51EyDEXuJy/Ed9ya/EIOECZ1ewhCEboYjwT1wSRhwL6EsDOJACFxWNQsstLVLcFylmUbx5pFPD68mJUK+7lSVkFDORBx7UnCieJgwiXL1dGJmBwhvVJSpYJljgZdQNTivnUGR1WP7dLgwPizqUsApKDuV61RPzT7p+LiQkDk3yMBJWSA/dvx28Lz4c1ACbiid/eDmDEcuLXGDItcszTsNEk+Eied6NFCe9KkK/GCzkq0aB/KS5QLkig7HwKq6hPsqcZBlvfaTalmRU7iEvIYVVdyb/mvgOPl2J5KnMyxKgFxCuYzjK8CFZNM1KIxpqzQfZW1kWP+3T58bcBlaGyNDXIBssAyKMS8G56zUJhj5D3R6Y2mUU5S49ZupNfbbtOzCxesvYX8WQ9+cdXGK0z/mIrFlt4H11HQa+iYvuV/f+WYFPwuHRrr3TOJtDFi6WInZrssPC2yBTRUPZe0EyrSQvWGWilXqVidTZPgKXb/vINkjfe7sE8RlZiSNEhlFSeKBH3MuMf/ekbOfPHgfqMcD45i16a6R0C6aD2BnDFhNzcMIMMEbEajlpIGQQnXLxOLTl65aYpwflcXYftbW8wnusEG/vtMAc43XfT0H42w2YHKZ6pand0vcVfePqebFQriLyd5RCpmsGt//wrLa9hC4yYdUNxxcN8P44d7eXhege3vf25g82zPfGv8xf0ZKBVmX+Vb4qzQ6ih5aOw3tOjPauf2aPW0DY7Kbld/HDCHOQR5Z8t82rdM7DeOGmFTaPQTu+E42/jfGaEurzhu7t/cYAzYCPoDSz+mot/T2ndN0dK43qLmZ2iYwF5rEWTa0jMQRCaWfkChhSeS7rhLK3/EeZGusClbKHSuuZiogPHI588I4kUQFEeFu+IL58WFd60u3er/paa8qMvnMuflZs8sr+NgcbQ0GpoxnhQBJoiJQhMqQWuXuJNAifVNrjTgWAseIDCPlMyITiBI3JhBzKukupYi1x4OfLElYHdqMLIgrAxLwyI+oCBQoT221oIYrzYurdcZjsYw4iwgRURIyj0LyeGmxDBOimM9EwLDJEzSMvJ1whSZeQfaa+vk0DmGEJKBEFBEsjjGjrogoidk/sAblJAoCP+EgQ0IDSu4RSp+LyUcUdb+Wsar5HzXggWDZZ4fdBD7/1j3cJUnON5+z4nHbd/ZnK9n8ygUrLXSpXU59cA8qN5SsfgdAmTbJMXt8etIIniFgywgOLke9EywX3dEZbeTsU2vjRmNvjp9tTD5vB7+JPQub8Qw2fzpzprbG/ZsbkJlFe0dFOWbagNgZTP93RY/mre29qeu5cehRPyJS+NKnzH18Gk9iV9qq6hEuiSAyELATZfCOLvp12vnelrvbjVie5ubvG7BH3faIrK7QkrM72x25rl3o9l/uvrZlsbnlo0IqD9uhwE1cqlQUMC/+eXz/SY/T4pzl+Wo9G8wNP9DvZJHX+j/ibfchsHE5cFVIVMIxZwe+T1xzAtl1l/tZzp8rFwigYukrGfiERFKGinL+krf4xiuKOtfldBnpUcZGLxjb60EM5oZ3ob6+OpBd+am4bHD0qgkrL8yPrq+OaNYC/VoymUKue8OdwXa/w87WHKbN8fFwTYNMYuX6kmLWZtSNE0r9mDy+3eZEsgQUjZlr/lOCiyCJt0pLxwwPNyuyZBxIIXkSRn4UhsznCh6NzApcd54qao1+KOCE5bDmSIVmZdhnyS0HKfMvNo7dA8Gk7UH9Huvb39L+Bq8bAQEdJAAA&quot;"/>
    <we:property name="isFiltersActionButtonVisible" value="true"/>
    <we:property name="isVisualContainerHeaderHidden" value="false"/>
    <we:property name="pageDisplayName" value="&quot;Page 1&quot;"/>
    <we:property name="reportEmbeddedTime" value="&quot;2026-03-20T07:44:00.204Z&quot;"/>
    <we:property name="reportName" value="&quot;BMW sales Dashboard&quot;"/>
    <we:property name="reportState" value="&quot;CONNECTED&quot;"/>
    <we:property name="reportUrl" value="&quot;/links/z6sY2t6sui?ctid=edc5c3bf-4ab5-4697-84fa-41b44eb08b5e&amp;pbi_source=linkShare&amp;fromEntryPoint=shar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1DD29C39-1C4E-4B06-A1F4-2510F2DACF6E}">
  <ds:schemaRefs>
    <ds:schemaRef ds:uri="b1e4d6ee-9f6f-43f8-a618-24f3d84da28f"/>
    <ds:schemaRef ds:uri="f577acbf-5b0b-4b4f-9948-268e97f8d3a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f577acbf-5b0b-4b4f-9948-268e97f8d3a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revision>1</cp:revision>
  <dcterms:created xsi:type="dcterms:W3CDTF">2018-06-07T21:39:02Z</dcterms:created>
  <dcterms:modified xsi:type="dcterms:W3CDTF">2026-03-20T07:53:56Z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