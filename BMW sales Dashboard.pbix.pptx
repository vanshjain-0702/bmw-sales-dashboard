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2FCF63-1A6F-47FA-AA0B-A018987E3335}" v="14" dt="2026-03-20T08:13:09.5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sh Jain" userId="d78ef853396100c1" providerId="LiveId" clId="{267169F0-E0F8-42EE-AEBE-A6374767ECE8}"/>
    <pc:docChg chg="delSld modSld">
      <pc:chgData name="Vansh Jain" userId="d78ef853396100c1" providerId="LiveId" clId="{267169F0-E0F8-42EE-AEBE-A6374767ECE8}" dt="2026-03-20T08:02:18.647" v="3" actId="2696"/>
      <pc:docMkLst>
        <pc:docMk/>
      </pc:docMkLst>
      <pc:sldChg chg="modSp mod">
        <pc:chgData name="Vansh Jain" userId="d78ef853396100c1" providerId="LiveId" clId="{267169F0-E0F8-42EE-AEBE-A6374767ECE8}" dt="2026-03-20T07:47:09.292" v="2" actId="1076"/>
        <pc:sldMkLst>
          <pc:docMk/>
          <pc:sldMk cId="3211859542" sldId="256"/>
        </pc:sldMkLst>
        <pc:graphicFrameChg chg="mod">
          <ac:chgData name="Vansh Jain" userId="d78ef853396100c1" providerId="LiveId" clId="{267169F0-E0F8-42EE-AEBE-A6374767ECE8}" dt="2026-03-20T07:47:09.292" v="2" actId="1076"/>
          <ac:graphicFrameMkLst>
            <pc:docMk/>
            <pc:sldMk cId="3211859542" sldId="256"/>
            <ac:graphicFrameMk id="2" creationId="{00000000-0000-0000-0000-000000000000}"/>
          </ac:graphicFrameMkLst>
        </pc:graphicFrameChg>
      </pc:sldChg>
      <pc:sldChg chg="del">
        <pc:chgData name="Vansh Jain" userId="d78ef853396100c1" providerId="LiveId" clId="{267169F0-E0F8-42EE-AEBE-A6374767ECE8}" dt="2026-03-20T08:02:18.647" v="3" actId="2696"/>
        <pc:sldMkLst>
          <pc:docMk/>
          <pc:sldMk cId="2282759447" sldId="25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1800">
                <a:solidFill>
                  <a:srgbClr val="000000"/>
                </a:solidFill>
                <a:effectLst/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33082540"/>
                  </p:ext>
                </p:extLst>
              </p:nvPr>
            </p:nvGraphicFramePr>
            <p:xfrm>
              <a:off x="125789" y="1093241"/>
              <a:ext cx="11683773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>
                <a:clrChange>
                  <a:clrFrom>
                    <a:prstClr val="black"/>
                  </a:clrFrom>
                  <a:clrTo>
                    <a:prstClr val="black">
                      <a:alpha val="0"/>
                    </a:prstClr>
                  </a:clrTo>
                </a:clrChange>
              </a:blip>
              <a:stretch>
                <a:fillRect/>
              </a:stretch>
            </p:blipFill>
            <p:spPr>
              <a:xfrm>
                <a:off x="125789" y="1093241"/>
                <a:ext cx="11683773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bfca7fd3-25db-483e-b50d-50688a726c71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aW2/bNhT+K4Ze8mIMokRdmLfWbYZibZfGRYuiyAMvh7YaWfIkOosX5L/vkLIcX3ObnbjbHgJIJHX4ne9cSefaU1k9zvn0Ix+Bd+y9LsuLEa8uOsTrekUzpgIqIgijKAqpClmI7xpny7HJyqL2jq89w6sBmC9ZPeG5FYSD372IiMQXPIhTpoiOEiL82DvvejzPT/nArtE8r6HrjaGqy4Ln2V/QiMApU03gpuvB1TgvK2436htuwG52icvxHYGRX4iFyaXJLqEP0jTDiRQB+CSORMAoj6M0khKX1c0CB3jjEhzXWW5QvH0U07dX4woVuZ7zAIwKLtM0UFIQLWLGFco107Gd7SG8QVllkueeA15B3eC89nplPhm5p7dL4/1yUkk4A+2mCpOZqd0nG30oFeTeDTJwWpXIjxu/HRyWf/YqwA2VdxzdnOPIpSOuVxaGZ0WrAQtkzAI/oJEOVEh1FEbblZyp8Upd8kKCWtPhA/B6UsFDlXiV553ZJ/WqImdwCcUE1lTxb7ovgeP0251IdmdYlACFgmoVx1eAC8WnG1BY09ZZMchnkeH83z19bsDlaG2MDHkBqsHSK0ei7A15ZWyIih/o9NbSKKescOvXU2fsN1nVhkvQXcG+F0PfnLdxitM/FiJxxm4Da9d0WvrGz7lf1/vmBO+FQys92JN4FwOOLl5htmvzwxJb4FLFY1k7hSorVaefZ3KduvXJDBm+Qtfvekj2wAy9Y4K47IyiCVNJwlgAYSqEwvx7R87eefA+Uo9HxjGfpbtGwmzRYgB7I8Aaax8GgAneikAtxw2EDOpbJpafvrTVEuP8pCpH7rNZsR/jDlv063oNMN963dchWGdzAVOozMx4erfCXf3wmGpeHIS7mOycZJCruvH9LzyfuM4CN3mfmYaD62YYPzw6OmoD9Ojo+ywmz4/st9Z/7J+VUkPeZr41/mqDjmL6zk59t86Otm6/YU/XwNjs5uR3MUPIIagTR/6bpq96Z2DUEJMpt4fEHd+pxv9GGG1Z3Xpj+/YbxoCLgPegzT4d9ZberneWDYZmi5rbqW0Cc6mDnGdDx0iakBh7RpIwzpLQ97XU4YH3IPfGquSVOrDiaqc29tvPlx8f17U+d6v3yUw7dZmrPefmvWaXF/CxBdoaDFxbz4oBGNMJaEJVTJ1ydxLokL6eGIM4lgLHiowTHXKiGCTMTwmkgip6SCli4/HgJ0sSTodZRpbEVxGJRBImVEYadKDvtaCBKyPKq03G46lKBE8IkQmLeUCBPV1aqmJGNA+5jDg2eZLGSXAQrtDEK6hOUz934xBWCAMtk4RgcUw59WVCScr/gTWoIEkUhUyAigmNKHlAKH0uxx9R1MNaxnoi/pgAHghWfbbfTuDzp/bhLklqsfmcF4/bvrM7X8kXVy5ZaalLbXPqo3tQtaVkdVsA2rZJnt3j951G8BwBX0Xw6nLQOcVy0R6d0UbeMXU2bjQOFvi5j8n9dvDb2HOwuchh+6dzZ5rVuH9zAzK3aOekrEbcWBAHg+n/rujJvM16b+oHfhoHNEyIkqEKKfefnsZZ6itXVQMiFJFERRIOogze0UW/TDvfuefudiuW3dz8fQP+pNsemU9qtOT8zvZArmuXuv3nu6+dsdjc8lGpdIDtUOQzn2qdRDxIfx7f3+lxWg55UazXs97C8CP9TpXFxPxHvO0hBDYuB76OiWYCc3YUhsS3J5BDd7mf5fy5doEAOlWhVlFISKJUrKkQz3mLb72inBSmmq4iPcn54BljezOI3sLwIdTXFwdyKD8VVw2OTj3m1YX90fXFEc1boF8rrjIoTKd/MNgedti5N4cZe3x8u6FBJqn2Q0Uxa3Pqp4zSMCVPb7cFUZyBpin37X9KCBmx9F5p2Yjj4WZNlkojJZVgcRImccxDoeHJyJzApZG/AbglvKKuIwAA&quot;"/>
    <we:property name="creatorSessionId" value="&quot;b5afcedb-5b1e-4acb-9bd5-282eb954b0b5&quot;"/>
    <we:property name="creatorTenantId" value="&quot;edc5c3bf-4ab5-4697-84fa-41b44eb08b5e&quot;"/>
    <we:property name="creatorUserId" value="&quot;10032005B261AA80&quot;"/>
    <we:property name="datasetId" value="&quot;97eacb71-e3a2-426e-9e19-73d339a65d3e&quot;"/>
    <we:property name="embedUrl" value="&quot;/reportEmbed?reportId=f357df73-4f5e-4189-85b7-2416bd403b79&amp;config=eyJjbHVzdGVyVXJsIjoiaHR0cHM6Ly9XQUJJLUlORElBLVdFU1QtcmVkaXJlY3QuYW5hbHlzaXMud2luZG93cy5uZXQiLCJlbWJlZEZlYXR1cmVzIjp7InVzYWdlTWV0cmljc1ZOZXh0Ijp0cnVlfX0%3D&amp;disableSensitivityBanner=true&amp;storytellingChangeViewModeShortcutKeys=true&quot;"/>
    <we:property name="initialStateBookmark" value="&quot;H4sIAAAAAAAAA+1aW2/bNhT+K4Ze8mIMokTd8pa6yVC0abO4aFEUwcDLoaNGljyJyuIF+e87pCTH1zjJcnG3PQSQSOrwO9+5ks61I9NqkrHpRzYGZ995UxQXY1Ze9IjTd/J27NOn98cHp+9//3hwfIjDxUSnRV45+9eOZuUI9Je0qllmJODg97O+w7LshI3Mm2JZBX1nAmVV5CxL/4JmMU7psoabvgNXk6womRE51EyDEXuJy/Ed9ya/EIOECZ1ewhCEboYjwT1wSRhwL6EsDOJACFxWNQsstLVLcFylmUbx5pFPD68mJUK+7lSVkFDORBx7UnCieJgwiXL1dGJmBwhvVJSpYJljgZdQNTivnUGR1WP7dLgwPizqUsApKDuV61RPzT7p+LiQkDk3yMBJWSA/dvx28Lz4c1ACbiid/eDmDEcuLXGDItcszTsNEk+Eied6NFCe9KkK/GCzkq0aB/KS5QLkig7HwKq6hPsqcZBlvfaTalmRU7iEvIYVVdyb/mvgOPl2J5KnMyxKgFxCuYzjK8CFZNM1KIxpqzQfZW1kWP+3T58bcBlaGyNDXIBssAyKMS8G56zUJhj5D3R6Y2mUU5S49ZupNfbbtOzCxesvYX8WQ9+cdXGK0z/mIrFlt4H11HQa+iYvuV/f+WYFPwuHRrr3TOJtDFi6WInZrssPC2yBTRUPZe0EyrSQvWGWilXqVidTZPgKXb/vINkjfe7sE8RlZiSNEhlFSeKBH3MuMf/ekbOfPHgfqMcD45i16a6R0C6aD2BnDFhNzcMIMMEbEajlpIGQQnXLxOLTl65aYpwflcXYftbW8wnusEG/vtMAc43XfT0H42w2YHKZ6pand0vcVfePqebFQriLyd5RCpmsGt//wrLa9hC4yYdUNxxcN8P44d7eXhege3vf25g82zPfGv8xf0ZKBVmX+Vb4qzQ6ih5aOw3tOjPauf2aPW0DY7Kbld/HDCHOQR5Z8t82rdM7DeOGmFTaPQTu+E42/jfGaEurzhu7t/cYAzYCPoDSz+mot/T2ndN0dK43qLmZ2iYwF5rEWTa0jMQRCaWfkChhSeS7rhLK3/EeZGusClbKHSuuZiogPHI588I4kUQFEeFu+IL58WFd60u3er/paa8qMvnMuflZs8sr+NgcbQ0GpoxnhQBJoiJQhMqQWuXuJNAifVNrjTgWAseIDCPlMyITiBI3JhBzKukupYi1x4OfLElYHdqMLIgrAxLwyI+oCBQoT221oIYrzYurdcZjsYw4iwgRURIyj0LyeGmxDBOimM9EwLDJEzSMvJ1whSZeQfaa+vk0DmGEJKBEFBEsjjGjrogoidk/sAblJAoCP+EgQ0IDSu4RSp+LyUcUdb+Wsar5HzXggWDZZ4fdBD7/1j3cJUnON5+z4nHbd/ZnK9n8ygUrLXSpXU59cA8qN5SsfgdAmTbJMXt8etIIniFgywgOLke9EywX3dEZbeTsU2vjRmNvjp9tTD5vB7+JPQub8Qw2fzpzprbG/ZsbkJlFe0dFOWbagNgZTP93RY/mre29qeu5cehRPyJS+NKnzH18Gk9iV9qq6hEuiSAyELATZfCOLvp12vnelrvbjVie5ubvG7BH3faIrK7QkrM72x25rl3o9l/uvrZlsbnlo0IqD9uhwE1cqlQUMC/+eXz/SY/T4pzl+Wo9G8wNP9DvZJHX+j/ibfchsHE5cFVIVMIxZwe+T1xzAtl1l/tZzp8rFwigYukrGfiERFKGinL+krf4xiuKOtfldBnpUcZGLxjb60EM5oZ3ob6+OpBd+am4bHD0qgkrL8yPrq+OaNYC/VoymUKue8OdwXa/w87WHKbN8fFwTYNMYuX6kmLWZtSNE0r9mDy+3eZEsgQUjZlr/lOCiyCJt0pLxwwPNyuyZBxIIXkSRn4UhsznCh6NzApcd54qao1+KOCE5bDmSIVmZdhnyS0HKfMvNo7dA8Gk7UH9Huvb39L+Bq8bAQEdJAAA&quot;"/>
    <we:property name="isFiltersActionButtonVisible" value="true"/>
    <we:property name="isVisualContainerHeaderHidden" value="false"/>
    <we:property name="pageDisplayName" value="&quot;Page 1&quot;"/>
    <we:property name="reportEmbeddedTime" value="&quot;2026-03-20T07:44:00.204Z&quot;"/>
    <we:property name="reportName" value="&quot;BMW sales Dashboard&quot;"/>
    <we:property name="reportState" value="&quot;CONNECTED&quot;"/>
    <we:property name="reportUrl" value="&quot;/links/z6sY2t6sui?ctid=edc5c3bf-4ab5-4697-84fa-41b44eb08b5e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1DD29C39-1C4E-4B06-A1F4-2510F2DACF6E}">
  <ds:schemaRefs>
    <ds:schemaRef ds:uri="b1e4d6ee-9f6f-43f8-a618-24f3d84da28f"/>
    <ds:schemaRef ds:uri="f577acbf-5b0b-4b4f-9948-268e97f8d3a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f577acbf-5b0b-4b4f-9948-268e97f8d3a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Microsoft Power BI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revision>1</cp:revision>
  <dcterms:created xsi:type="dcterms:W3CDTF">2018-06-07T21:39:02Z</dcterms:created>
  <dcterms:modified xsi:type="dcterms:W3CDTF">2026-03-20T08:13:46Z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